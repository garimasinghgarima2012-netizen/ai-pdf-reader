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professors and colleagues. Today I am presenting DocuMind AI, an intelligent PDF Question-Answering system built with Retrieval-Augmented Generation (RAG), local FAISS vector search, and Groq LPU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problem: PDFs are massive and unstructured. Standard LLMs hallucinate false information because they lack access to your private documents, and feeding entire PDFs directly into a prompt is slow, expensive, and loses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is the industry gold standard. Instead of retraining expensive models, we retrieve the top-4 most relevant passages and give them to the LLM as ground truth. In DocuMind AI, we implemented split-screen viewing, verified page citations, and local embedded vector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flowchart details our end-to-end architecture across two distinct phases: Phase 1 is Offline Ingestion where the PDF is parsed, chunked with page numbers, embedded via MiniLM, and indexed into FAISS. Phase 2 is Real-Time Querying where the user's question is embedded, matched against FAISS, and answered by Groq with exact page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stack is strictly modular: Streamlit handles the interactive UI; LangChain manages the RAG pipeline; MiniLM computes dense vector representations; FAISS powers local vector search; and Groq LPU delivers sub-second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major technical achievement was solving Page Lineage. By wrapping pages into LangChain Document objects before splitting, every single 1000-character chunk retains its origin page. The 150-character overlap prevents sentences from being severed.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vector similarity search. Text chunks are mapped into 384-dimensional mathematical space. FAISS computes Euclidean distance and retrieves the closest matching passages in under 5 milliseconds. Migrating to local FAISS eliminated cloud dependency and cloud cluster 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user interface features a split-screen layout where users can view the PDF and chat simultaneously. Every answer includes page citation badges and an expandable source passage drawer for transparency. We also integrated a Database Inspector and conversation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benchmarked the system on an 84-page PDF generating 582 chunks. Once offline embeddings are saved, end-to-end question answering takes less than 0.75 seconds. We also overcame four major challenges including database migration, page metadata preservation, and API endpoint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DocuMind AI proves that RAG provides fast, reliable, and verifiable document intelligence without expensive fine-tuning or cloud database limits. Thank you for your time. I welcome any questions 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🧠 ACADEMIC PROJECT PRESENTATION</a:t>
            </a:r>
          </a:p>
          <a:p>
            <a:pPr>
              <a:spcBef>
                <a:spcPts val="1400"/>
              </a:spcBef>
              <a:defRPr sz="3600" b="1">
                <a:solidFill>
                  <a:srgbClr val="F8FAFC"/>
                </a:solidFill>
              </a:defRPr>
            </a:pPr>
            <a:r>
              <a:t>DocuMind AI: Intelligent Document Question-Answering System</a:t>
            </a:r>
          </a:p>
          <a:p>
            <a:pPr>
              <a:spcBef>
                <a:spcPts val="1000"/>
              </a:spcBef>
              <a:defRPr sz="1800">
                <a:solidFill>
                  <a:srgbClr val="818CF8"/>
                </a:solidFill>
              </a:defRPr>
            </a:pPr>
            <a:r>
              <a:t>Retrieval-Augmented Generation (RAG) over PDFs with Local FAISS Vector Search &amp; Groq LPU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Presented by: Garima Singh  |  Department of Computer Science &amp; Engineering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GitHub: https://github.com/garimasinghgarima2012-netizen/AI-PDF-Reader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2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Problem: Information Overload &amp; LLM Hallucinations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PDF Navigation Limits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Technical documents, research papers, and legal briefs often exceed 100+ pages.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Traditional Ctrl+F keyword search fails on conceptual and semantic queries.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Manual reading wastes critical hours and leads to human oversight.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2. The Hallucination Trap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Standard LLMs (e.g., ChatGPT) answer strictly from static pre-training weights.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They suffer from hallucinations—confidently generating false facts and fake citations.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Cannot reliably cite exact page numbers or ground truth from your private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3. Context Window Costs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Feeding an entire 100-page document into raw prompts hits token limits and costs high fees.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'Lost in the Middle' problem: LLMs overlook facts buried inside oversized prompts.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Requires an intelligent semantic retrieval pipeline before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3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Solution: Retrieval-Augmented Generation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Why RAG is the Industry Standard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Decouples Knowledge from Reasoning: Knowledge is stored in a vector database; the LLM provides reasoning.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Two-Phase Architecture: First retrieve exact facts, then generate answers based strictly on those facts.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Factually Grounded: Prompt constraints command the AI to answer ONLY from context, eliminating hallucinations.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Zero Retraining / Fine-Tuning: Works instantly with any new PDF document.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Accountability: Every generated response is backed by traceable page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DocuMind AI's Key Innovations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Split-Screen UX: Read the original PDF on the left while chatting on the right.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Local Embedded FAISS Database: Zero cloud subscriptions, zero cluster termination, complete privacy.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Preserved Page Lineage: Document chunks retain page numbers through the entire vector pipeline.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Ultra-Fast Groq Inference: Delivers complete responses in &lt; 0.75 seconds on LPU hardware.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Conversational Memory: Supports seamless multi-turn follow-up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4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 &amp; Flowchart</a:t>
            </a:r>
          </a:p>
        </p:txBody>
      </p:sp>
      <p:pic>
        <p:nvPicPr>
          <p:cNvPr id="5" name="Picture 4" descr="ra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5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Layered Design</a:t>
            </a:r>
          </a:p>
        </p:txBody>
      </p:sp>
      <p:pic>
        <p:nvPicPr>
          <p:cNvPr id="5" name="Picture 4" descr="architectur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554480"/>
            <a:ext cx="493776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Technical Components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Streamlit: Reactive web interface with custom styling, split PDF view, and live database inspection.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LangChain Core: Orchestrates prompt formatting, document wrappers, and retrieval chains.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all-MiniLM-L6-v2: HuggingFace model encoding text into 384-dimensional dense semantic vectors.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FAISS (Facebook AI): Local vector database executing IndexFlatL2 nearest-neighbor search in milliseconds.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Groq LPU: Hardware accelerator achieving 500+ tokens/sec on models like OpenAI GPT-OSS &amp; Qwen.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Docker: Containerized build ensuring identical execution on any cloud 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6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Smart Chunking &amp; Preserving Page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Why Naive Chunking Fails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Naive approach: Concatenating all PDF text into one string strips out page boundaries.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Result: The system cannot cite whether a quote was on Page 2 or Page 75.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Fixed-character splits cut sentences in half, causing fragmented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DocuMind's Robust Solution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Document Metadata Wrapper: Parses each page as a Document object with metadata: {'page': idx+1, 'source': pdf_path}.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Recursive Character Text Splitter: Splits cleanly along semantic delimiters (paragraphs, newlines, sentences).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Configured for 1000 characters with 150-character sliding overlap to ensure contextual continuity.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Metadata Inheritance: Every generated chunk retains its parent page number.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Enables 100% reliable source badges in the user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7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Vector Embeddings &amp; Semantic Search in FAISS</a:t>
            </a:r>
          </a:p>
        </p:txBody>
      </p:sp>
      <p:pic>
        <p:nvPicPr>
          <p:cNvPr id="5" name="Picture 4" descr="vector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85216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554480"/>
            <a:ext cx="4572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Vector Search Mechanics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384-D Semantic Space: Maps sentences with identical meaning close together even without common keywords.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Euclidean Distance (L2): FAISS calculates mathematical distance between query and chunk vectors.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Local Disk Persistence: Database writes to faiss_db/index.faiss and index.pkl.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Zero Cloud Expiry: Replaced terminated cloud databases (Astra DB) with local FAISS, ensuring zero downtime and 100% privacy.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Top-K Retrieval: Extracts top-4 most relevant chunks in just 4 milliseconds.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8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Modern UI: Split View, Citations &amp; Database Inspector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Split-Screen PDF View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Embedded PDF viewer side-by-side with chat interface.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Users can read the original PDF while asking questions.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Toggleable to Full Screen Chat for flexible display.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Verifiable Source Badges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Responses display clear source tags: 📄 Page 3, 📄 Page 14.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Expandable 'View Retrieved Passages' drawer shows the exact text excerpts retrieved.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Allows immediate user verification against the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Database Inspector &amp; Memory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Sidebar tool showing live vector count, 384 dimensions, and storage path.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Sample chunk preview table for auditing.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Multi-turn conversational memory for follow-up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DOCUMIND AI • COLLEGE PRESENTATION  |  SLIDE 9 OF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Performance Benchmarks &amp; Engineering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Benchmark Test (84-Page PDF, 582 Chunks)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📄 Document Ingestion: 0.82 seconds (pypdf parser)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✂️ Semantic Chunking: 0.25 seconds (582 chunks)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🧠 Embedding Generation: 10.4 seconds (MiniLM on CPU)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🗄️ FAISS Indexing &amp; Disk Save: 0.08 seconds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🔍 Online Vector Retrieval: 0.004 seconds (4 milliseconds!)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⚡ Groq LLM Generation: 0.65 seconds (LPU inference)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⏱️ Total Online Response Time: &lt; 0.75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Engineering Challenges Solved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Challenge 1: Cloud DB Cluster Terminated -&gt; Migrated to local embedded FAISS with disk persistence.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Challenge 2: Metadata Loss -&gt; Implemented LangChain Document objects preserving page numbers.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Challenge 3: Deprecated Groq Endpoints -&gt; Updated to active models (openai/gpt-oss-20b, qwen3.8-27b) with dynamic key fallback.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Challenge 4: Stale Runtime Caches -&gt; Added importlib dynamic reload guards in Streamlit.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DOCUMIND AI • SLIDE 10 OF 10  |  SUMMARY &amp; CONCLUSION</a:t>
            </a:r>
          </a:p>
          <a:p>
            <a:pPr>
              <a:spcBef>
                <a:spcPts val="800"/>
              </a:spcBef>
              <a:defRPr sz="3000" b="1">
                <a:solidFill>
                  <a:srgbClr val="F8FAFC"/>
                </a:solidFill>
              </a:defRPr>
            </a:pPr>
            <a:r>
              <a:t>DocuMind AI: Fast, Verifiable, and Private PDF Intelligence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✔ Successfully implemented end-to-end RAG over complex PDFs combining FAISS and Groq LPU acceleration.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✔ Eliminated hallucinations through strict prompt constraints and ground-truth page citations.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✔ Delivered sub-second query response times with 100% document privacy.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✔ Future Extensions: Multi-PDF comparative analysis, OCR for scanned documents, and LangGraph autonomous agents.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✔ Production Ready: Configured with Docker, Git version control, and Streamlit Community Cloud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3272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365760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Thank You! Questions &amp; Discussion Welcomed.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GitHub Repository: https://github.com/garimasinghgarima2012-netizen/AI-PDF-Reader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